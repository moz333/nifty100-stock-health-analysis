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Title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NIFTY 100 FINANCIAL ANALYTICS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End-to-End BI Project using PostgreSQL and Power BI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Created by Mohammad Zubair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6126480"/>
            <a:ext cx="11612880" cy="182880"/>
          </a:xfrm>
          <a:prstGeom prst="round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Objective: Build an end-to-end financial analytics dashboard for NIFTY 100 companies.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Analyze revenue, profitability, cash flow, leverage, and YoY growth trends.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Use PostgreSQL as a data warehouse and Power BI for visualization.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6126480"/>
            <a:ext cx="11612880" cy="182880"/>
          </a:xfrm>
          <a:prstGeom prst="round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Project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Raw Financial Data → ETL Utility → PostgreSQL Data Warehouse → Power BI Dashboard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Implemented data cleaning, transformations, SQL validations, and KPI analysis.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Created an interactive multi-page Power BI dashboard.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6126480"/>
            <a:ext cx="11612880" cy="182880"/>
          </a:xfrm>
          <a:prstGeom prst="round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PostgreSQL – Data Warehouse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SQL – Data Cleaning, Validation, and Indexing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Power BI – Dashboard Development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DAX – KPI and YoY Calculations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6126480"/>
            <a:ext cx="11612880" cy="182880"/>
          </a:xfrm>
          <a:prstGeom prst="round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ETL &amp; Data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Loaded raw financial datasets into PostgreSQL.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Performed cleaning and transformations using ETL utilities.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Handled missing values, duplicates, and inconsistent fiscal year formats.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Created analytical tables for reporting.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6126480"/>
            <a:ext cx="11612880" cy="182880"/>
          </a:xfrm>
          <a:prstGeom prst="round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Data Warehouse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Implemented a Star Schema model.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Dimension Tables: dim_company, dim_year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Fact Tables: fact_profit_loss, fact_balance_sheet, fact_cash_flow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Optimized query performance using indexes.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6126480"/>
            <a:ext cx="11612880" cy="182880"/>
          </a:xfrm>
          <a:prstGeom prst="round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SQL Validation &amp; Quality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Created validation scripts for duplicates, report consistency, and warehouse checks.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Used SQL scripts such as: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• duplicates_checks.sql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• Warehouse_Checks.sql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• report_checks.sql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• index.sql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6126480"/>
            <a:ext cx="11612880" cy="182880"/>
          </a:xfrm>
          <a:prstGeom prst="round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Power BI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Connected PostgreSQL warehouse to Power BI.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Created relationships using star schema principles.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Implemented dynamic slicers and interactive filtering.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6126480"/>
            <a:ext cx="11612880" cy="182880"/>
          </a:xfrm>
          <a:prstGeom prst="round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DAX Measures &amp;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Created DAX measures for: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• Total Sales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• Total Net Profit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• Free Cash Flow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• Debt-to-Equity Ratio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• Sales YoY % and Profit YoY 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6126480"/>
            <a:ext cx="11612880" cy="182880"/>
          </a:xfrm>
          <a:prstGeom prst="round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Executive Overview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Provides high-level summary of NIFTY 100 financial performance.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Includes KPI cards, trend analysis, and top company comparisons.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Highlights market leaders and financial growth patterns.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6126480"/>
            <a:ext cx="11612880" cy="182880"/>
          </a:xfrm>
          <a:prstGeom prst="round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Company Deep Dive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Allows company-specific financial analysis.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Includes revenue growth, profit trend, cash flow waterfall, and leverage analysis.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Added analytical insights panel for storytelling.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6126480"/>
            <a:ext cx="11612880" cy="182880"/>
          </a:xfrm>
          <a:prstGeom prst="round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Top Performers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Analyzes top revenue, profit, cash flow, and leverage companies.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Helps identify market leaders and financially efficient companies.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Supports comparative business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6126480"/>
            <a:ext cx="11612880" cy="182880"/>
          </a:xfrm>
          <a:prstGeom prst="round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Key Business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Reliance Industries dominates revenue and profitability rankings.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TCS demonstrates strong free cash flow generation.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LIC maintains significantly higher leverage compared to peers.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Post-pandemic profitability growth accelerated after FY2021.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6126480"/>
            <a:ext cx="11612880" cy="182880"/>
          </a:xfrm>
          <a:prstGeom prst="round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Challenges Faced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Dirty fiscal year data and sorting issues.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Relationship modeling challenges in Power BI.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YoY percentage calculation corrections.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Data consistency validation across warehouse tables.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6126480"/>
            <a:ext cx="11612880" cy="182880"/>
          </a:xfrm>
          <a:prstGeom prst="round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Future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Integrate real-time financial APIs.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Add predictive analytics and forecasting models.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Implement sector-wise analysis.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Automate ETL pipeline using orchestration tools.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6126480"/>
            <a:ext cx="11612880" cy="182880"/>
          </a:xfrm>
          <a:prstGeom prst="round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This project demonstrates an end-to-end BI workflow.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Covered ETL, data warehousing, SQL, Power BI, and financial analytics.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Improved skills in analytical storytelling and dashboard design.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6126480"/>
            <a:ext cx="11612880" cy="182880"/>
          </a:xfrm>
          <a:prstGeom prst="round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